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60" r:id="rId6"/>
    <p:sldId id="259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3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2259741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полностью: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3714750" y="4194230"/>
            <a:ext cx="5129951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  <a:p>
            <a:pPr lvl="0"/>
            <a:r>
              <a:rPr lang="ru-RU" sz="1200" b="1" dirty="0"/>
              <a:t>+</a:t>
            </a:r>
          </a:p>
          <a:p>
            <a:pPr lvl="0"/>
            <a:r>
              <a:rPr lang="ru-RU" sz="1200" b="1" dirty="0"/>
              <a:t>классов атак </a:t>
            </a:r>
            <a:r>
              <a:rPr lang="ru-RU" sz="1200" dirty="0"/>
              <a:t>— по категориям MITRE ATT&amp;CK и OWASP LLM Top 10</a:t>
            </a:r>
            <a:endParaRPr lang="ru-RU" sz="1200" b="1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371475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104+5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>
            <a:extLst>
              <a:ext uri="{FF2B5EF4-FFF2-40B4-BE49-F238E27FC236}">
                <a16:creationId xmlns:a16="http://schemas.microsoft.com/office/drawing/2014/main" id="{71622175-24FE-E3A5-53A2-8823ED2933BF}"/>
              </a:ext>
            </a:extLst>
          </p:cNvPr>
          <p:cNvSpPr/>
          <p:nvPr/>
        </p:nvSpPr>
        <p:spPr>
          <a:xfrm>
            <a:off x="619083" y="160897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Защитный слой для ИИ-агента: </a:t>
            </a:r>
            <a:r>
              <a:rPr lang="ru-RU" sz="1200" dirty="0"/>
              <a:t>п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отенциально опасное действие сначала выполняется в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безопасной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среде, а в проект попадает только после проверки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>
            <a:extLst>
              <a:ext uri="{FF2B5EF4-FFF2-40B4-BE49-F238E27FC236}">
                <a16:creationId xmlns:a16="http://schemas.microsoft.com/office/drawing/2014/main" id="{5FFBE800-2201-2B21-3378-34B5D3DF618F}"/>
              </a:ext>
            </a:extLst>
          </p:cNvPr>
          <p:cNvSpPr/>
          <p:nvPr/>
        </p:nvSpPr>
        <p:spPr>
          <a:xfrm>
            <a:off x="616531" y="261544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533482" y="4382824"/>
            <a:ext cx="2191429" cy="508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одели в живом тестировании: </a:t>
            </a:r>
            <a:r>
              <a:rPr lang="ru-RU" dirty="0" err="1"/>
              <a:t>kilo</a:t>
            </a:r>
            <a:r>
              <a:rPr lang="ru-RU" dirty="0"/>
              <a:t>/</a:t>
            </a:r>
            <a:r>
              <a:rPr lang="ru-RU" dirty="0" err="1"/>
              <a:t>stepfun</a:t>
            </a:r>
            <a:r>
              <a:rPr lang="ru-RU" dirty="0"/>
              <a:t>/step-3.7-flash · 132 запуска на двух платформах: атаки 78% → 0%, задачи 20 из 21; вторая модель nvidia/nemotron-3-super-120b · 16 запусков: атаки 7 из 8 → 0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532650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>
            <a:extLst>
              <a:ext uri="{FF2B5EF4-FFF2-40B4-BE49-F238E27FC236}">
                <a16:creationId xmlns:a16="http://schemas.microsoft.com/office/drawing/2014/main" id="{EFE175EE-204D-3105-17FB-1AE1FCA7D4C1}"/>
              </a:ext>
            </a:extLst>
          </p:cNvPr>
          <p:cNvSpPr/>
          <p:nvPr/>
        </p:nvSpPr>
        <p:spPr>
          <a:xfrm>
            <a:off x="476250" y="160675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>
            <a:extLst>
              <a:ext uri="{FF2B5EF4-FFF2-40B4-BE49-F238E27FC236}">
                <a16:creationId xmlns:a16="http://schemas.microsoft.com/office/drawing/2014/main" id="{C26F984B-9133-8B1B-3A0A-6651232A5509}"/>
              </a:ext>
            </a:extLst>
          </p:cNvPr>
          <p:cNvSpPr/>
          <p:nvPr/>
        </p:nvSpPr>
        <p:spPr>
          <a:xfrm>
            <a:off x="476250" y="259963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520502"/>
            <a:ext cx="407664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12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rgbClr val="00B050"/>
                </a:solidFill>
              </a:rPr>
              <a:t>обычная работа</a:t>
            </a:r>
            <a:r>
              <a:rPr lang="ru-RU" sz="1200" dirty="0">
                <a:solidFill>
                  <a:srgbClr val="00B050"/>
                </a:solidFill>
              </a:rPr>
              <a:t> </a:t>
            </a:r>
            <a:r>
              <a:rPr lang="ru-RU" sz="120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инъекция в README</a:t>
            </a:r>
            <a:r>
              <a:rPr lang="ru-RU" sz="120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скрытый автозапуск</a:t>
            </a:r>
            <a:r>
              <a:rPr lang="ru-RU" sz="120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скачать и выполнить</a:t>
            </a:r>
            <a:r>
              <a:rPr lang="ru-RU" sz="120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подозрительный источник пакета</a:t>
            </a:r>
            <a:r>
              <a:rPr lang="ru-RU" sz="120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200" b="1" dirty="0"/>
              <a:t>неизвестный инструмент</a:t>
            </a:r>
            <a:r>
              <a:rPr lang="ru-RU" sz="1200" dirty="0"/>
              <a:t> — незнакомый инструмент заблокирован по умолчанию</a:t>
            </a:r>
          </a:p>
          <a:p>
            <a:endParaRPr lang="ru-RU" sz="1200" dirty="0"/>
          </a:p>
          <a:p>
            <a:endParaRPr lang="ru-RU" sz="1200" dirty="0"/>
          </a:p>
          <a:p>
            <a:endParaRPr lang="ru-RU" sz="1200" dirty="0"/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2924253" y="4382932"/>
            <a:ext cx="1715700" cy="480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2924395" y="387074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767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1714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Демо 6 сценариев, хеш решений совпал на macOS и Linux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живой A/B на 132 запусках: без защиты атаки проходят в 78%, с защитой — 0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716600" cy="120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метрик, </a:t>
            </a:r>
            <a:r>
              <a:rPr lang="ru" sz="1200" dirty="0"/>
              <a:t>о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формление </a:t>
            </a: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 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сообщество </a:t>
            </a:r>
            <a:r>
              <a:rPr lang="en-US" sz="1200" dirty="0"/>
              <a:t>Kilo Code </a:t>
            </a:r>
            <a:r>
              <a:rPr lang="ru-RU" sz="1200" dirty="0"/>
              <a:t>для продвижения нашего подхода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67860"/>
            <a:ext cx="8674100" cy="508000"/>
          </a:xfrm>
          <a:prstGeom prst="rect">
            <a:avLst/>
          </a:prstGeom>
        </p:spPr>
        <p:txBody>
          <a:bodyPr/>
          <a:lstStyle/>
          <a:p>
            <a:r>
              <a:rPr lang="ru-RU" sz="10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lifecycle-скрипт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546</Words>
  <Application>Microsoft Office PowerPoint</Application>
  <PresentationFormat>Экран (16:9)</PresentationFormat>
  <Paragraphs>69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5</cp:revision>
  <dcterms:modified xsi:type="dcterms:W3CDTF">2026-09-06T09:51:50Z</dcterms:modified>
</cp:coreProperties>
</file>